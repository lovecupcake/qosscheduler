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QoS Scheduler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Advanced Network Traffic Management System for Android</a:t>
            </a:r>
          </a:p>
          <a:p>
            <a:r>
              <a:t>Bachelor's Thesis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Bufferbloat Dilemma in Enterprise Fleet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Context: Enterprises issue thousands of mobile devices to drivers (Logistics), medical staff (Healthcare), or as PoS machines.</a:t>
            </a:r>
          </a:p>
          <a:p>
            <a:pPr/>
            <a:r>
              <a:t>Technical Issue: Employees running background entertainment apps cause 4G bandwidth congestion (Bufferbloat), blocking critical business apps.</a:t>
            </a:r>
          </a:p>
          <a:p>
            <a:pPr/>
            <a:r>
              <a:t>Productivity Issue: Loss of attention during work hours due to social media usage.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Current Market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Existing Apps: AFWall+, NetGuard, OS built-in Data Saver.</a:t>
            </a:r>
          </a:p>
          <a:p>
            <a:pPr/>
            <a:r>
              <a:t>Pros: Good for blocking ads and saving data quotas.</a:t>
            </a:r>
          </a:p>
          <a:p>
            <a:pPr/>
            <a:r>
              <a:t>Critical Flaw: Binary control only (ON/OFF firewall).</a:t>
            </a:r>
          </a:p>
          <a:p>
            <a:pPr/>
            <a:r>
              <a:t>Missing Features: Cannot throttle bandwidth speed or prioritize traffic queues.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Solution: QoS Scheduler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Operates entirely in User-Space (No Root required).</a:t>
            </a:r>
          </a:p>
          <a:p>
            <a:pPr/>
            <a:r>
              <a:t>Bandwidth Throttling: Precisely limits the throughput of specific applications.</a:t>
            </a:r>
          </a:p>
          <a:p>
            <a:pPr/>
            <a:r>
              <a:t>Weighted Fair Queuing (WFQ): Prioritizes traffic (High / Medium / Low) for mission-critical tasks.</a:t>
            </a:r>
          </a:p>
          <a:p>
            <a:pPr/>
            <a:r>
              <a:t>Real-time Dashboard: A centralized control panel for live telemetry and policy application.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Three-Plane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 Plane: Intercepts packets via Android VpnService.</a:t>
            </a:r>
          </a:p>
          <a:p>
            <a:pPr/>
            <a:r>
              <a:t>Control Plane: Executes Token Bucket and WFQ algorithms.</a:t>
            </a:r>
          </a:p>
          <a:p>
            <a:pPr/>
            <a:r>
              <a:t>Management Plane: Web Admin dashboard built with Node.js &amp; Chart.js.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Technology 1 - Data Plane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Creates a local VPN tunnel (TUN interface).</a:t>
            </a:r>
          </a:p>
          <a:p>
            <a:pPr/>
            <a:r>
              <a:t>Intercepts IP packets -&gt; Parses TCP/UDP Headers.</a:t>
            </a:r>
          </a:p>
          <a:p>
            <a:pPr/>
            <a:r>
              <a:t>App Resolver: Maps local ports to system UIDs to identify the exact application generating the traffic (Deep Packet Inspection).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Technology 2 - Control Plane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Token Bucket Algorithm: Dispenses tokens to measure and limit speed. Packets exceeding the threshold are immediately dropped.</a:t>
            </a:r>
          </a:p>
          <a:p>
            <a:pPr/>
            <a:r>
              <a:t>WFQ (Weighted Fair Queuing): Uses a 4:2:1 ratio. High-priority apps process tokens 4 times faster than low-priority background tasks.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Technology 3 - Management Plane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Lightweight Node.js backend with SQLite.</a:t>
            </a:r>
          </a:p>
          <a:p>
            <a:pPr/>
            <a:r>
              <a:t>1-second API polling architecture.</a:t>
            </a:r>
          </a:p>
          <a:p>
            <a:pPr/>
            <a:r>
              <a:t>Real-time charts (Zero animation delay) for instant visual feedback.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Results: Throughput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Token Bucket Algorithm successfully flattens traffic exactly at the Allowed BPS limit.</a:t>
            </a:r>
          </a:p>
          <a:p>
            <a:pPr/>
            <a:r>
              <a:t>Drop Rate (packet loss) spikes to near 100% strictly for penalized applications.</a:t>
            </a:r>
          </a:p>
          <a:p>
            <a:pPr/>
            <a:r>
              <a:t>Zero collateral damage: Background tasks are restricted without affecting other network traffic.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Results: Bufferbloat &amp; Latency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Weighted Fair Queuing (WFQ) successfully mitigates Bufferbloat under heavy network load.</a:t>
            </a:r>
          </a:p>
          <a:p>
            <a:pPr/>
            <a:r>
              <a:t>High-priority applications maintain stable, low ping (latency).</a:t>
            </a:r>
          </a:p>
          <a:p>
            <a:pPr/>
            <a:r>
              <a:t>Overall network fairness is preserved across the entire device.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System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Real-time Dashboard Monitoring: Observing live traffic in the Web Admin.</a:t>
            </a:r>
          </a:p>
          <a:p>
            <a:pPr/>
            <a:r>
              <a:t>Applying an active Bandwidth Policy to an entertainment app.</a:t>
            </a:r>
          </a:p>
          <a:p>
            <a:pPr/>
            <a:r>
              <a:t>Observing the instant spike in Drop Rate and immediate throttling effect.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Limitations: Increased battery consumption due to user-space VpnService packet processing.</a:t>
            </a:r>
          </a:p>
          <a:p>
            <a:pPr/>
            <a:r>
              <a:t>Future Work: Scale into a full-fledged Enterprise Fleet Management solution.</a:t>
            </a:r>
          </a:p>
          <a:p>
            <a:pPr/>
            <a:r>
              <a:t>Bulk Apply: Deploy bandwidth policies to 10,000+ fleet devices simultaneously.</a:t>
            </a:r>
          </a:p>
          <a:p>
            <a:pPr/>
            <a:r>
              <a:t>Time-based Scheduling: Integrate with HR APIs to automatically throttle social media during work shifts.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 am now open to your questions and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