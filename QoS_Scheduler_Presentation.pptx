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QoS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Hệ thống Quản lý và Tối ưu hóa băng thông mạng trên nền tảng Android</a:t>
            </a:r>
          </a:p>
          <a:p>
            <a:r>
              <a:t>Đồ án tốt nghiệp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Vấn đề thực trạng ở Quy mô Doanh nghiệp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Thực trạng: Doanh nghiệp cấp thiết bị di động cho tài xế, nhân viên kho bãi, hoặc máy PoS.</a:t>
            </a:r>
          </a:p>
          <a:p>
            <a:pPr/>
            <a:r>
              <a:t>Tình trạng 1 (Kỹ thuật): Nhân viên chạy ngầm app giải trí gây nghẽn băng thông 4G (Bufferbloat) cho các App làm việc lõi.</a:t>
            </a:r>
          </a:p>
          <a:p>
            <a:pPr/>
            <a:r>
              <a:t>Tình trạng 2 (Năng suất): Mất tập trung (Lose attention) khi nhân viên lướt mạng xã hội trong giờ hành chính.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Hạn chế của các ứng dụng trên thị trường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Các giải pháp hiện có: AFWall+, NetGuard, Data Saver của OS.</a:t>
            </a:r>
          </a:p>
          <a:p>
            <a:pPr/>
            <a:r>
              <a:t>Ưu điểm: Chặn được quảng cáo, tiết kiệm data.</a:t>
            </a:r>
          </a:p>
          <a:p>
            <a:pPr/>
            <a:r>
              <a:t>Nhược điểm chí mạng: Chỉ có thể Bật/Tắt (ON/OFF) tường lửa.</a:t>
            </a:r>
          </a:p>
          <a:p>
            <a:pPr/>
            <a:r>
              <a:t>Không thể điều tiết tốc độ (Throttling) hay phân cấp ưu tiên (Prioritization).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Giải pháp đề xuất: QoS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Giải pháp quản lý luồng dữ liệu chuyên sâu ở Layer 3 không cần Root thiết bị.</a:t>
            </a:r>
          </a:p>
          <a:p>
            <a:pPr/>
            <a:r>
              <a:t>Bandwidth Throttling: Cắt giảm tốc độ chính xác của từng ứng dụng cụ thể.</a:t>
            </a:r>
          </a:p>
          <a:p>
            <a:pPr/>
            <a:r>
              <a:t>Weighted Fair Queuing (WFQ): Phân luồng ưu tiên (Cao/Trung bình/Thấp) cho các tác vụ quan trọng.</a:t>
            </a:r>
          </a:p>
          <a:p>
            <a:pPr/>
            <a:r>
              <a:t>Real-time Dashboard: Bộ điều khiển tập trung theo dõi lưu lượng thời gian thực.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3 Lớp (Three-Plane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Plane: Đánh chặn và định tuyến gói tin qua VpnService.</a:t>
            </a:r>
          </a:p>
          <a:p>
            <a:pPr/>
            <a:r>
              <a:t>Control Plane: Xử lý logic cấp phát tài nguyên với Token Bucket &amp; WFQ.</a:t>
            </a:r>
          </a:p>
          <a:p>
            <a:pPr/>
            <a:r>
              <a:t>Management Plane: Web Admin quản lý từ xa xây dựng bằng Node.js &amp; Chart.js.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Cốt lõi kỹ thuật 1 - Data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Tạo đường hầm VPN cục bộ (TUN interface) để bắt toàn bộ gói tin IP.</a:t>
            </a:r>
          </a:p>
          <a:p>
            <a:pPr/>
            <a:r>
              <a:t>Phân tích Header (TCP/UDP) thông qua Deep Packet Inspection (DPI) thô sơ.</a:t>
            </a:r>
          </a:p>
          <a:p>
            <a:pPr/>
            <a:r>
              <a:t>App Resolver: Thuật toán ánh xạ từ Local Port ra UID hệ thống để tìm ra chính xác gói tin thuộc về App nào.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Cốt lõi kỹ thuật 2 -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 Bucket: Thuật toán cấp phát 'Token' để giới hạn tốc độ. Ứng dụng xả dữ liệu quá giới hạn sẽ bị Drop gói tin không thương tiếc.</a:t>
            </a:r>
          </a:p>
          <a:p>
            <a:pPr/>
            <a:r>
              <a:t>WFQ (Weighted Fair Queuing): Tỷ lệ 4:2:1. Game/App công việc (High) được ưu tiên lấy Token xử lý nhanh gấp 4 lần tác vụ nền (Low).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Cốt lõi kỹ thuật 3 - Management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Kiến trúc Backend Node.js kết hợp database SQLite nhẹ nhàng, không ăn mòn RAM.</a:t>
            </a:r>
          </a:p>
          <a:p>
            <a:pPr/>
            <a:r>
              <a:t>Cơ chế Polling API mỗi giây kết hợp đồ thị Chart.js không có độ trễ (Zero animation delay).</a:t>
            </a:r>
          </a:p>
          <a:p>
            <a:pPr/>
            <a:r>
              <a:t>Giúp quản trị viên có cái nhìn toàn cảnh và tác động lên mạng của thiết bị ngay lập tức.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Đánh giá &amp; Kết quả thực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Khi áp dụng chính sách (Ví dụ: Giới hạn YouTube còn 5Mbps).</a:t>
            </a:r>
          </a:p>
          <a:p>
            <a:pPr/>
            <a:r>
              <a:t>Lưu lượng của ứng dụng bị ép xuống ngay tức thì theo đúng chuẩn chỉ định.</a:t>
            </a:r>
          </a:p>
          <a:p>
            <a:pPr/>
            <a:r>
              <a:t>Drop Rate (Tỷ lệ rớt gói tin) tăng vọt gần 100% đối với ứng dụng vi phạm.</a:t>
            </a:r>
          </a:p>
          <a:p>
            <a:pPr/>
            <a:r>
              <a:t>Ping của các ứng dụng ưu tiên cao được giữ ổn định ở mức thấp, giải quyết triệt để Bufferbloat.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Hạn chế &amp; Tương lai (Future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Hạn chế: Hao pin hơn do chạy thuật toán phân tích DPI liên tục ở User-space.</a:t>
            </a:r>
          </a:p>
          <a:p>
            <a:pPr/>
            <a:r>
              <a:t>Tương lai (Commercial Scale): Nâng cấp thành hệ thống Enterprise Fleet Management hoàn chỉnh.</a:t>
            </a:r>
          </a:p>
          <a:p>
            <a:pPr/>
            <a:r>
              <a:t>Tích hợp tính năng Bulk Apply: Đẩy lịch trình băng thông cho 10.000 thiết bị cùng lúc.</a:t>
            </a:r>
          </a:p>
          <a:p>
            <a:pPr/>
            <a:r>
              <a:t>Tích hợp API với hệ thống quản trị nhân sự (HR) để tự động siết/nhả băng thông theo ca làm việc thực tế.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Xin trân trọng cảm 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 xin phép được nhận các câu hỏi phản biện từ hội đồng.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